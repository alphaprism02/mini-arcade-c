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ess Start 2P" charset="1" panose="00000500000000000000"/>
      <p:regular r:id="rId19"/>
    </p:embeddedFont>
    <p:embeddedFont>
      <p:font typeface="Anonymous Pro" charset="1" panose="02060609030202000504"/>
      <p:regular r:id="rId20"/>
    </p:embeddedFont>
    <p:embeddedFont>
      <p:font typeface="Cousine" charset="1" panose="02070409020205020404"/>
      <p:regular r:id="rId21"/>
    </p:embeddedFont>
    <p:embeddedFont>
      <p:font typeface="Cousine Bold" charset="1" panose="02070709020205020404"/>
      <p:regular r:id="rId22"/>
    </p:embeddedFont>
    <p:embeddedFont>
      <p:font typeface="IBM Plex Mono Bold" charset="1" panose="020B0809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3945" y="6887762"/>
            <a:ext cx="2012410" cy="2610438"/>
          </a:xfrm>
          <a:custGeom>
            <a:avLst/>
            <a:gdLst/>
            <a:ahLst/>
            <a:cxnLst/>
            <a:rect r="r" b="b" t="t" l="l"/>
            <a:pathLst>
              <a:path h="2610438" w="2012410">
                <a:moveTo>
                  <a:pt x="0" y="0"/>
                </a:moveTo>
                <a:lnTo>
                  <a:pt x="2012410" y="0"/>
                </a:lnTo>
                <a:lnTo>
                  <a:pt x="2012410" y="2610438"/>
                </a:lnTo>
                <a:lnTo>
                  <a:pt x="0" y="261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41645" y="6887762"/>
            <a:ext cx="2012410" cy="2610438"/>
          </a:xfrm>
          <a:custGeom>
            <a:avLst/>
            <a:gdLst/>
            <a:ahLst/>
            <a:cxnLst/>
            <a:rect r="r" b="b" t="t" l="l"/>
            <a:pathLst>
              <a:path h="2610438" w="2012410">
                <a:moveTo>
                  <a:pt x="2012410" y="0"/>
                </a:moveTo>
                <a:lnTo>
                  <a:pt x="0" y="0"/>
                </a:lnTo>
                <a:lnTo>
                  <a:pt x="0" y="2610438"/>
                </a:lnTo>
                <a:lnTo>
                  <a:pt x="2012410" y="2610438"/>
                </a:lnTo>
                <a:lnTo>
                  <a:pt x="20124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01272" y="2629926"/>
            <a:ext cx="10085457" cy="658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74"/>
              </a:lnSpc>
            </a:pPr>
            <a:r>
              <a:rPr lang="en-US" sz="1248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MINI ARCADE</a:t>
            </a:r>
          </a:p>
          <a:p>
            <a:pPr algn="ctr">
              <a:lnSpc>
                <a:spcPts val="17474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99961" y="1207325"/>
            <a:ext cx="1711089" cy="1334649"/>
          </a:xfrm>
          <a:custGeom>
            <a:avLst/>
            <a:gdLst/>
            <a:ahLst/>
            <a:cxnLst/>
            <a:rect r="r" b="b" t="t" l="l"/>
            <a:pathLst>
              <a:path h="1334649" w="1711089">
                <a:moveTo>
                  <a:pt x="0" y="0"/>
                </a:moveTo>
                <a:lnTo>
                  <a:pt x="1711089" y="0"/>
                </a:lnTo>
                <a:lnTo>
                  <a:pt x="1711089" y="1334649"/>
                </a:lnTo>
                <a:lnTo>
                  <a:pt x="0" y="1334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7268762"/>
            <a:ext cx="7315200" cy="1330036"/>
          </a:xfrm>
          <a:custGeom>
            <a:avLst/>
            <a:gdLst/>
            <a:ahLst/>
            <a:cxnLst/>
            <a:rect r="r" b="b" t="t" l="l"/>
            <a:pathLst>
              <a:path h="1330036" w="7315200">
                <a:moveTo>
                  <a:pt x="0" y="0"/>
                </a:moveTo>
                <a:lnTo>
                  <a:pt x="7315200" y="0"/>
                </a:lnTo>
                <a:lnTo>
                  <a:pt x="7315200" y="1330036"/>
                </a:lnTo>
                <a:lnTo>
                  <a:pt x="0" y="1330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734472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0596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3405008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3031" y="5315832"/>
            <a:ext cx="3882875" cy="4114800"/>
          </a:xfrm>
          <a:custGeom>
            <a:avLst/>
            <a:gdLst/>
            <a:ahLst/>
            <a:cxnLst/>
            <a:rect r="r" b="b" t="t" l="l"/>
            <a:pathLst>
              <a:path h="4114800" w="3882875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138156" y="5315832"/>
            <a:ext cx="3882875" cy="4114800"/>
          </a:xfrm>
          <a:custGeom>
            <a:avLst/>
            <a:gdLst/>
            <a:ahLst/>
            <a:cxnLst/>
            <a:rect r="r" b="b" t="t" l="l"/>
            <a:pathLst>
              <a:path h="4114800" w="3882875">
                <a:moveTo>
                  <a:pt x="3882875" y="0"/>
                </a:moveTo>
                <a:lnTo>
                  <a:pt x="0" y="0"/>
                </a:lnTo>
                <a:lnTo>
                  <a:pt x="0" y="4114800"/>
                </a:lnTo>
                <a:lnTo>
                  <a:pt x="3882875" y="4114800"/>
                </a:lnTo>
                <a:lnTo>
                  <a:pt x="38828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31747" y="1289684"/>
            <a:ext cx="99301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LET’S BEGIN 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986470" y="7503760"/>
            <a:ext cx="770749" cy="1926872"/>
          </a:xfrm>
          <a:custGeom>
            <a:avLst/>
            <a:gdLst/>
            <a:ahLst/>
            <a:cxnLst/>
            <a:rect r="r" b="b" t="t" l="l"/>
            <a:pathLst>
              <a:path h="1926872" w="770749">
                <a:moveTo>
                  <a:pt x="0" y="0"/>
                </a:moveTo>
                <a:lnTo>
                  <a:pt x="770748" y="0"/>
                </a:lnTo>
                <a:lnTo>
                  <a:pt x="770748" y="1926872"/>
                </a:lnTo>
                <a:lnTo>
                  <a:pt x="0" y="1926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20921" y="7503760"/>
            <a:ext cx="770749" cy="1926872"/>
          </a:xfrm>
          <a:custGeom>
            <a:avLst/>
            <a:gdLst/>
            <a:ahLst/>
            <a:cxnLst/>
            <a:rect r="r" b="b" t="t" l="l"/>
            <a:pathLst>
              <a:path h="1926872" w="770749">
                <a:moveTo>
                  <a:pt x="0" y="0"/>
                </a:moveTo>
                <a:lnTo>
                  <a:pt x="770748" y="0"/>
                </a:lnTo>
                <a:lnTo>
                  <a:pt x="770748" y="1926872"/>
                </a:lnTo>
                <a:lnTo>
                  <a:pt x="0" y="1926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55372" y="7503760"/>
            <a:ext cx="770749" cy="1926872"/>
          </a:xfrm>
          <a:custGeom>
            <a:avLst/>
            <a:gdLst/>
            <a:ahLst/>
            <a:cxnLst/>
            <a:rect r="r" b="b" t="t" l="l"/>
            <a:pathLst>
              <a:path h="1926872" w="770749">
                <a:moveTo>
                  <a:pt x="0" y="0"/>
                </a:moveTo>
                <a:lnTo>
                  <a:pt x="770748" y="0"/>
                </a:lnTo>
                <a:lnTo>
                  <a:pt x="770748" y="1926872"/>
                </a:lnTo>
                <a:lnTo>
                  <a:pt x="0" y="1926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061880" y="7503760"/>
            <a:ext cx="770749" cy="1926872"/>
          </a:xfrm>
          <a:custGeom>
            <a:avLst/>
            <a:gdLst/>
            <a:ahLst/>
            <a:cxnLst/>
            <a:rect r="r" b="b" t="t" l="l"/>
            <a:pathLst>
              <a:path h="1926872" w="770749">
                <a:moveTo>
                  <a:pt x="770748" y="0"/>
                </a:moveTo>
                <a:lnTo>
                  <a:pt x="0" y="0"/>
                </a:lnTo>
                <a:lnTo>
                  <a:pt x="0" y="1926872"/>
                </a:lnTo>
                <a:lnTo>
                  <a:pt x="770748" y="1926872"/>
                </a:lnTo>
                <a:lnTo>
                  <a:pt x="77074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2796331" y="7503760"/>
            <a:ext cx="770749" cy="1926872"/>
          </a:xfrm>
          <a:custGeom>
            <a:avLst/>
            <a:gdLst/>
            <a:ahLst/>
            <a:cxnLst/>
            <a:rect r="r" b="b" t="t" l="l"/>
            <a:pathLst>
              <a:path h="1926872" w="770749">
                <a:moveTo>
                  <a:pt x="770748" y="0"/>
                </a:moveTo>
                <a:lnTo>
                  <a:pt x="0" y="0"/>
                </a:lnTo>
                <a:lnTo>
                  <a:pt x="0" y="1926872"/>
                </a:lnTo>
                <a:lnTo>
                  <a:pt x="770748" y="1926872"/>
                </a:lnTo>
                <a:lnTo>
                  <a:pt x="77074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1530782" y="7503760"/>
            <a:ext cx="770749" cy="1926872"/>
          </a:xfrm>
          <a:custGeom>
            <a:avLst/>
            <a:gdLst/>
            <a:ahLst/>
            <a:cxnLst/>
            <a:rect r="r" b="b" t="t" l="l"/>
            <a:pathLst>
              <a:path h="1926872" w="770749">
                <a:moveTo>
                  <a:pt x="770748" y="0"/>
                </a:moveTo>
                <a:lnTo>
                  <a:pt x="0" y="0"/>
                </a:lnTo>
                <a:lnTo>
                  <a:pt x="0" y="1926872"/>
                </a:lnTo>
                <a:lnTo>
                  <a:pt x="770748" y="1926872"/>
                </a:lnTo>
                <a:lnTo>
                  <a:pt x="77074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7747" y="310393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5334540" y="310393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0" y="0"/>
                </a:moveTo>
                <a:lnTo>
                  <a:pt x="0" y="0"/>
                </a:lnTo>
                <a:lnTo>
                  <a:pt x="0" y="671916"/>
                </a:lnTo>
                <a:lnTo>
                  <a:pt x="1924760" y="671916"/>
                </a:lnTo>
                <a:lnTo>
                  <a:pt x="192476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10742" y="2888496"/>
            <a:ext cx="7486108" cy="290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sz="328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MANAN SHIRODKAR       1262253237</a:t>
            </a:r>
          </a:p>
          <a:p>
            <a:pPr algn="l">
              <a:lnSpc>
                <a:spcPts val="4596"/>
              </a:lnSpc>
            </a:pPr>
            <a:r>
              <a:rPr lang="en-US" sz="328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SOMYA KHARE           1262251880</a:t>
            </a:r>
          </a:p>
          <a:p>
            <a:pPr algn="l">
              <a:lnSpc>
                <a:spcPts val="4596"/>
              </a:lnSpc>
            </a:pPr>
            <a:r>
              <a:rPr lang="en-US" sz="328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ANANYA VANDEKAR       1262253423</a:t>
            </a:r>
          </a:p>
          <a:p>
            <a:pPr algn="l">
              <a:lnSpc>
                <a:spcPts val="4596"/>
              </a:lnSpc>
            </a:pPr>
            <a:r>
              <a:rPr lang="en-US" sz="328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GAUTHAM SUNIL         1262250367</a:t>
            </a:r>
          </a:p>
          <a:p>
            <a:pPr algn="l">
              <a:lnSpc>
                <a:spcPts val="4596"/>
              </a:lnSpc>
              <a:spcBef>
                <a:spcPct val="0"/>
              </a:spcBef>
            </a:pPr>
            <a:r>
              <a:rPr lang="en-US" sz="3283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RAGHAVENDRA SINGH     1262251359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79221" y="6727159"/>
            <a:ext cx="5835185" cy="147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135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UNDER THE GUIDANCE OF</a:t>
            </a:r>
          </a:p>
          <a:p>
            <a:pPr algn="ctr">
              <a:lnSpc>
                <a:spcPts val="2989"/>
              </a:lnSpc>
            </a:pPr>
          </a:p>
          <a:p>
            <a:pPr algn="ctr">
              <a:lnSpc>
                <a:spcPts val="2989"/>
              </a:lnSpc>
            </a:pPr>
            <a:r>
              <a:rPr lang="en-US" sz="2135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PROF . SHIRISH PAYGUDE</a:t>
            </a:r>
          </a:p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PROF . ANURADHA  NAGARE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351" y="5376971"/>
            <a:ext cx="2097398" cy="4090669"/>
          </a:xfrm>
          <a:custGeom>
            <a:avLst/>
            <a:gdLst/>
            <a:ahLst/>
            <a:cxnLst/>
            <a:rect r="r" b="b" t="t" l="l"/>
            <a:pathLst>
              <a:path h="4090669" w="2097398">
                <a:moveTo>
                  <a:pt x="0" y="0"/>
                </a:moveTo>
                <a:lnTo>
                  <a:pt x="2097398" y="0"/>
                </a:lnTo>
                <a:lnTo>
                  <a:pt x="2097398" y="4090669"/>
                </a:lnTo>
                <a:lnTo>
                  <a:pt x="0" y="4090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2922" y="5376971"/>
            <a:ext cx="2097398" cy="4090669"/>
          </a:xfrm>
          <a:custGeom>
            <a:avLst/>
            <a:gdLst/>
            <a:ahLst/>
            <a:cxnLst/>
            <a:rect r="r" b="b" t="t" l="l"/>
            <a:pathLst>
              <a:path h="4090669" w="2097398">
                <a:moveTo>
                  <a:pt x="0" y="0"/>
                </a:moveTo>
                <a:lnTo>
                  <a:pt x="2097397" y="0"/>
                </a:lnTo>
                <a:lnTo>
                  <a:pt x="2097397" y="4090669"/>
                </a:lnTo>
                <a:lnTo>
                  <a:pt x="0" y="4090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66492" y="5376971"/>
            <a:ext cx="2097398" cy="4090669"/>
          </a:xfrm>
          <a:custGeom>
            <a:avLst/>
            <a:gdLst/>
            <a:ahLst/>
            <a:cxnLst/>
            <a:rect r="r" b="b" t="t" l="l"/>
            <a:pathLst>
              <a:path h="4090669" w="2097398">
                <a:moveTo>
                  <a:pt x="0" y="0"/>
                </a:moveTo>
                <a:lnTo>
                  <a:pt x="2097398" y="0"/>
                </a:lnTo>
                <a:lnTo>
                  <a:pt x="2097398" y="4090669"/>
                </a:lnTo>
                <a:lnTo>
                  <a:pt x="0" y="4090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30062" y="5376971"/>
            <a:ext cx="2097398" cy="4090669"/>
          </a:xfrm>
          <a:custGeom>
            <a:avLst/>
            <a:gdLst/>
            <a:ahLst/>
            <a:cxnLst/>
            <a:rect r="r" b="b" t="t" l="l"/>
            <a:pathLst>
              <a:path h="4090669" w="2097398">
                <a:moveTo>
                  <a:pt x="0" y="0"/>
                </a:moveTo>
                <a:lnTo>
                  <a:pt x="2097398" y="0"/>
                </a:lnTo>
                <a:lnTo>
                  <a:pt x="2097398" y="4090669"/>
                </a:lnTo>
                <a:lnTo>
                  <a:pt x="0" y="4090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804757" y="7981847"/>
            <a:ext cx="803498" cy="1492986"/>
          </a:xfrm>
          <a:custGeom>
            <a:avLst/>
            <a:gdLst/>
            <a:ahLst/>
            <a:cxnLst/>
            <a:rect r="r" b="b" t="t" l="l"/>
            <a:pathLst>
              <a:path h="1492986" w="803498">
                <a:moveTo>
                  <a:pt x="803498" y="0"/>
                </a:moveTo>
                <a:lnTo>
                  <a:pt x="0" y="0"/>
                </a:lnTo>
                <a:lnTo>
                  <a:pt x="0" y="1492985"/>
                </a:lnTo>
                <a:lnTo>
                  <a:pt x="803498" y="1492985"/>
                </a:lnTo>
                <a:lnTo>
                  <a:pt x="8034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2565" y="3247288"/>
            <a:ext cx="81592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73579" y="1547340"/>
            <a:ext cx="531561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Mini Arcade is a collection of multiple mini games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3579" y="3088005"/>
            <a:ext cx="3709745" cy="83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Developed using C programming language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73579" y="4597458"/>
            <a:ext cx="4731178" cy="86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Console-based, menu-driven application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695" y="81827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022813" y="4768733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695950" y="1757268"/>
            <a:ext cx="951586" cy="332190"/>
          </a:xfrm>
          <a:custGeom>
            <a:avLst/>
            <a:gdLst/>
            <a:ahLst/>
            <a:cxnLst/>
            <a:rect r="r" b="b" t="t" l="l"/>
            <a:pathLst>
              <a:path h="332190" w="951586">
                <a:moveTo>
                  <a:pt x="0" y="0"/>
                </a:moveTo>
                <a:lnTo>
                  <a:pt x="951586" y="0"/>
                </a:lnTo>
                <a:lnTo>
                  <a:pt x="951586" y="332190"/>
                </a:lnTo>
                <a:lnTo>
                  <a:pt x="0" y="332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7832716" y="644363"/>
            <a:ext cx="1952021" cy="347815"/>
          </a:xfrm>
          <a:custGeom>
            <a:avLst/>
            <a:gdLst/>
            <a:ahLst/>
            <a:cxnLst/>
            <a:rect r="r" b="b" t="t" l="l"/>
            <a:pathLst>
              <a:path h="347815" w="1952021">
                <a:moveTo>
                  <a:pt x="1952021" y="0"/>
                </a:moveTo>
                <a:lnTo>
                  <a:pt x="0" y="0"/>
                </a:lnTo>
                <a:lnTo>
                  <a:pt x="0" y="347815"/>
                </a:lnTo>
                <a:lnTo>
                  <a:pt x="1952021" y="347815"/>
                </a:lnTo>
                <a:lnTo>
                  <a:pt x="19520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073579" y="5960119"/>
            <a:ext cx="4949234" cy="86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Combines entertainment with programming concepts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4887" y="7315844"/>
            <a:ext cx="4345263" cy="12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Helps in understanding logic building and teamwork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973891" y="1718790"/>
            <a:ext cx="749521" cy="6404686"/>
            <a:chOff x="0" y="0"/>
            <a:chExt cx="999361" cy="853958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03667" cy="903667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C3F1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987060"/>
              <a:ext cx="903667" cy="903667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931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3903009"/>
              <a:ext cx="903667" cy="903667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561D3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5731305"/>
              <a:ext cx="903667" cy="903667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5A5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21094" y="225139"/>
              <a:ext cx="661480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01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21094" y="2197748"/>
              <a:ext cx="661480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02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1094" y="4128148"/>
              <a:ext cx="661480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03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21094" y="5956443"/>
              <a:ext cx="661480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04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95694" y="7635914"/>
              <a:ext cx="903667" cy="903667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931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242187" y="7870047"/>
              <a:ext cx="661480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FFFF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05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true" flipV="false" rot="0">
            <a:off x="-707895" y="4502805"/>
            <a:ext cx="1952021" cy="347815"/>
          </a:xfrm>
          <a:custGeom>
            <a:avLst/>
            <a:gdLst/>
            <a:ahLst/>
            <a:cxnLst/>
            <a:rect r="r" b="b" t="t" l="l"/>
            <a:pathLst>
              <a:path h="347815" w="1952021">
                <a:moveTo>
                  <a:pt x="1952021" y="0"/>
                </a:moveTo>
                <a:lnTo>
                  <a:pt x="0" y="0"/>
                </a:lnTo>
                <a:lnTo>
                  <a:pt x="0" y="347815"/>
                </a:lnTo>
                <a:lnTo>
                  <a:pt x="1952021" y="347815"/>
                </a:lnTo>
                <a:lnTo>
                  <a:pt x="19520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0530" y="1934508"/>
            <a:ext cx="5762864" cy="7475413"/>
          </a:xfrm>
          <a:custGeom>
            <a:avLst/>
            <a:gdLst/>
            <a:ahLst/>
            <a:cxnLst/>
            <a:rect r="r" b="b" t="t" l="l"/>
            <a:pathLst>
              <a:path h="7475413" w="5762864">
                <a:moveTo>
                  <a:pt x="0" y="0"/>
                </a:moveTo>
                <a:lnTo>
                  <a:pt x="5762864" y="0"/>
                </a:lnTo>
                <a:lnTo>
                  <a:pt x="5762864" y="7475413"/>
                </a:lnTo>
                <a:lnTo>
                  <a:pt x="0" y="747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2541" y="6047321"/>
            <a:ext cx="1345040" cy="3362600"/>
          </a:xfrm>
          <a:custGeom>
            <a:avLst/>
            <a:gdLst/>
            <a:ahLst/>
            <a:cxnLst/>
            <a:rect r="r" b="b" t="t" l="l"/>
            <a:pathLst>
              <a:path h="3362600" w="1345040">
                <a:moveTo>
                  <a:pt x="0" y="0"/>
                </a:moveTo>
                <a:lnTo>
                  <a:pt x="1345040" y="0"/>
                </a:lnTo>
                <a:lnTo>
                  <a:pt x="1345040" y="3362600"/>
                </a:lnTo>
                <a:lnTo>
                  <a:pt x="0" y="3362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1436" y="7587065"/>
            <a:ext cx="729142" cy="1822856"/>
          </a:xfrm>
          <a:custGeom>
            <a:avLst/>
            <a:gdLst/>
            <a:ahLst/>
            <a:cxnLst/>
            <a:rect r="r" b="b" t="t" l="l"/>
            <a:pathLst>
              <a:path h="1822856" w="729142">
                <a:moveTo>
                  <a:pt x="0" y="0"/>
                </a:moveTo>
                <a:lnTo>
                  <a:pt x="729143" y="0"/>
                </a:lnTo>
                <a:lnTo>
                  <a:pt x="729143" y="1822856"/>
                </a:lnTo>
                <a:lnTo>
                  <a:pt x="0" y="182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89744" y="2630954"/>
            <a:ext cx="8055131" cy="170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89744" y="4904101"/>
            <a:ext cx="9169556" cy="237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3"/>
              </a:lnSpc>
              <a:spcBef>
                <a:spcPct val="0"/>
              </a:spcBef>
            </a:pPr>
            <a:r>
              <a:rPr lang="en-US" sz="270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To design and develop a console-based arcade system in C language that allows users to play multiple simple games using basic programming concepts in an interactive and menu-driven format.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88753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884956" y="3214640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3" y="0"/>
                </a:moveTo>
                <a:lnTo>
                  <a:pt x="0" y="0"/>
                </a:lnTo>
                <a:lnTo>
                  <a:pt x="0" y="323941"/>
                </a:lnTo>
                <a:lnTo>
                  <a:pt x="1818033" y="323941"/>
                </a:lnTo>
                <a:lnTo>
                  <a:pt x="18180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9350" y="1821213"/>
            <a:ext cx="3974971" cy="7752602"/>
          </a:xfrm>
          <a:custGeom>
            <a:avLst/>
            <a:gdLst/>
            <a:ahLst/>
            <a:cxnLst/>
            <a:rect r="r" b="b" t="t" l="l"/>
            <a:pathLst>
              <a:path h="7752602" w="3974971">
                <a:moveTo>
                  <a:pt x="0" y="0"/>
                </a:moveTo>
                <a:lnTo>
                  <a:pt x="3974970" y="0"/>
                </a:lnTo>
                <a:lnTo>
                  <a:pt x="3974970" y="7752602"/>
                </a:lnTo>
                <a:lnTo>
                  <a:pt x="0" y="7752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81347" y="3677471"/>
            <a:ext cx="677751" cy="6777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84184" y="5019763"/>
            <a:ext cx="677751" cy="67775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81347" y="6480055"/>
            <a:ext cx="677751" cy="67775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61D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24274" y="3696521"/>
            <a:ext cx="677751" cy="67775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2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15094" y="5019763"/>
            <a:ext cx="677751" cy="67775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7D3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15094" y="6515512"/>
            <a:ext cx="677751" cy="67775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17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81347" y="1401160"/>
            <a:ext cx="9006667" cy="171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1"/>
              </a:lnSpc>
              <a:spcBef>
                <a:spcPct val="0"/>
              </a:spcBef>
            </a:pPr>
            <a:r>
              <a:rPr lang="en-US" sz="490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OBJECTIVES AND TECHNOLOGIES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21411" y="8054270"/>
            <a:ext cx="4860308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36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Learn modular programming.</a:t>
            </a:r>
          </a:p>
          <a:p>
            <a:pPr algn="l">
              <a:lnSpc>
                <a:spcPts val="3317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072167" y="3834419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72167" y="5214811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72167" y="6637002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23961" y="4715510"/>
            <a:ext cx="37097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IDE: VS Code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15094" y="3853469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23961" y="8087768"/>
            <a:ext cx="3709745" cy="43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Platform: Linux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05914" y="5176711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23961" y="6593978"/>
            <a:ext cx="37097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Compiler: GCC / Min GW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05914" y="6672459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03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441387" y="722774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7108190" y="230496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779970" y="116662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984184" y="7940346"/>
            <a:ext cx="677751" cy="67775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5A5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072167" y="8097293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04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15094" y="7940346"/>
            <a:ext cx="677751" cy="677751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5A5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8305914" y="8097293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021411" y="6593978"/>
            <a:ext cx="4860308" cy="125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365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Improve problem-solving skills.</a:t>
            </a:r>
          </a:p>
          <a:p>
            <a:pPr algn="l">
              <a:lnSpc>
                <a:spcPts val="3311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081035" y="3653297"/>
            <a:ext cx="4519364" cy="125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365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Apply C programming concepts practically.</a:t>
            </a:r>
          </a:p>
          <a:p>
            <a:pPr algn="l">
              <a:lnSpc>
                <a:spcPts val="3311"/>
              </a:lnSpc>
              <a:spcBef>
                <a:spcPct val="0"/>
              </a:spcBef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3081035" y="5056691"/>
            <a:ext cx="4714959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Develop multiple games in one application.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9239250" y="3751869"/>
            <a:ext cx="370974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Language: 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54405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862329" y="5023584"/>
            <a:ext cx="3264801" cy="5072431"/>
          </a:xfrm>
          <a:custGeom>
            <a:avLst/>
            <a:gdLst/>
            <a:ahLst/>
            <a:cxnLst/>
            <a:rect r="r" b="b" t="t" l="l"/>
            <a:pathLst>
              <a:path h="5072431" w="3264801">
                <a:moveTo>
                  <a:pt x="3264801" y="0"/>
                </a:moveTo>
                <a:lnTo>
                  <a:pt x="0" y="0"/>
                </a:lnTo>
                <a:lnTo>
                  <a:pt x="0" y="5072431"/>
                </a:lnTo>
                <a:lnTo>
                  <a:pt x="3264801" y="5072431"/>
                </a:lnTo>
                <a:lnTo>
                  <a:pt x="32648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954405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54405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62329" y="7559800"/>
            <a:ext cx="853210" cy="853210"/>
          </a:xfrm>
          <a:custGeom>
            <a:avLst/>
            <a:gdLst/>
            <a:ahLst/>
            <a:cxnLst/>
            <a:rect r="r" b="b" t="t" l="l"/>
            <a:pathLst>
              <a:path h="853210" w="853210">
                <a:moveTo>
                  <a:pt x="0" y="0"/>
                </a:moveTo>
                <a:lnTo>
                  <a:pt x="853211" y="0"/>
                </a:lnTo>
                <a:lnTo>
                  <a:pt x="853211" y="853210"/>
                </a:lnTo>
                <a:lnTo>
                  <a:pt x="0" y="8532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4255977"/>
            <a:ext cx="767607" cy="767607"/>
          </a:xfrm>
          <a:custGeom>
            <a:avLst/>
            <a:gdLst/>
            <a:ahLst/>
            <a:cxnLst/>
            <a:rect r="r" b="b" t="t" l="l"/>
            <a:pathLst>
              <a:path h="767607" w="767607">
                <a:moveTo>
                  <a:pt x="0" y="0"/>
                </a:moveTo>
                <a:lnTo>
                  <a:pt x="767607" y="0"/>
                </a:lnTo>
                <a:lnTo>
                  <a:pt x="767607" y="767607"/>
                </a:lnTo>
                <a:lnTo>
                  <a:pt x="0" y="767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43451" y="3749243"/>
            <a:ext cx="772089" cy="772089"/>
          </a:xfrm>
          <a:custGeom>
            <a:avLst/>
            <a:gdLst/>
            <a:ahLst/>
            <a:cxnLst/>
            <a:rect r="r" b="b" t="t" l="l"/>
            <a:pathLst>
              <a:path h="772089" w="772089">
                <a:moveTo>
                  <a:pt x="0" y="0"/>
                </a:moveTo>
                <a:lnTo>
                  <a:pt x="772089" y="0"/>
                </a:lnTo>
                <a:lnTo>
                  <a:pt x="772089" y="772089"/>
                </a:lnTo>
                <a:lnTo>
                  <a:pt x="0" y="772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4540" y="640416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44033" y="3082371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63422" y="809565"/>
            <a:ext cx="969082" cy="338298"/>
          </a:xfrm>
          <a:custGeom>
            <a:avLst/>
            <a:gdLst/>
            <a:ahLst/>
            <a:cxnLst/>
            <a:rect r="r" b="b" t="t" l="l"/>
            <a:pathLst>
              <a:path h="338298" w="969082">
                <a:moveTo>
                  <a:pt x="0" y="0"/>
                </a:moveTo>
                <a:lnTo>
                  <a:pt x="969082" y="0"/>
                </a:lnTo>
                <a:lnTo>
                  <a:pt x="969082" y="338297"/>
                </a:lnTo>
                <a:lnTo>
                  <a:pt x="0" y="338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6897" y="471267"/>
            <a:ext cx="969082" cy="338298"/>
          </a:xfrm>
          <a:custGeom>
            <a:avLst/>
            <a:gdLst/>
            <a:ahLst/>
            <a:cxnLst/>
            <a:rect r="r" b="b" t="t" l="l"/>
            <a:pathLst>
              <a:path h="338298" w="969082">
                <a:moveTo>
                  <a:pt x="0" y="0"/>
                </a:moveTo>
                <a:lnTo>
                  <a:pt x="969082" y="0"/>
                </a:lnTo>
                <a:lnTo>
                  <a:pt x="969082" y="338298"/>
                </a:lnTo>
                <a:lnTo>
                  <a:pt x="0" y="3382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587717" y="3253821"/>
          <a:ext cx="12867623" cy="5615858"/>
        </p:xfrm>
        <a:graphic>
          <a:graphicData uri="http://schemas.openxmlformats.org/drawingml/2006/table">
            <a:tbl>
              <a:tblPr/>
              <a:tblGrid>
                <a:gridCol w="5189768"/>
                <a:gridCol w="7677855"/>
              </a:tblGrid>
              <a:tr h="935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NAME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WORK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MANAN SHIRODKAR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TOWER OF HANOI &amp; TIC-TIC-TOE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SOMYA KHARE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HANGMAN,CONNECT FOUR, REPORT &amp; PPT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ANANYA VANDEKAR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SUDOKU,NUMBER MEMORY, WORD JUMBLE, REPORT &amp; PPT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RAGHAVENDRA SINGH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SNAKE &amp; FRUIT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Cousine Bold"/>
                          <a:ea typeface="Cousine Bold"/>
                          <a:cs typeface="Cousine Bold"/>
                          <a:sym typeface="Cousine Bold"/>
                        </a:rPr>
                        <a:t>GAUTHAM SUNIL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ousine"/>
                          <a:ea typeface="Cousine"/>
                          <a:cs typeface="Cousine"/>
                          <a:sym typeface="Cousine"/>
                        </a:rPr>
                        <a:t>MINESWEEPER,CALC GAME &amp; ROCK-PAPER-SCISSORS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847850" y="1407582"/>
            <a:ext cx="1494226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INDIVIDUAL CONTRIBUTION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7850" y="2511539"/>
            <a:ext cx="7483639" cy="38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6"/>
              </a:lnSpc>
              <a:spcBef>
                <a:spcPct val="0"/>
              </a:spcBef>
            </a:pPr>
            <a:r>
              <a:rPr lang="en-US" b="true" sz="2233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PROJECT CONSISTS OF THE FOLLOWING GAMES: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0192" y="1738019"/>
            <a:ext cx="4618659" cy="7202587"/>
          </a:xfrm>
          <a:custGeom>
            <a:avLst/>
            <a:gdLst/>
            <a:ahLst/>
            <a:cxnLst/>
            <a:rect r="r" b="b" t="t" l="l"/>
            <a:pathLst>
              <a:path h="7202587" w="4618659">
                <a:moveTo>
                  <a:pt x="0" y="0"/>
                </a:moveTo>
                <a:lnTo>
                  <a:pt x="4618658" y="0"/>
                </a:lnTo>
                <a:lnTo>
                  <a:pt x="4618658" y="7202586"/>
                </a:lnTo>
                <a:lnTo>
                  <a:pt x="0" y="72025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87161" y="1738019"/>
            <a:ext cx="7607080" cy="7160164"/>
          </a:xfrm>
          <a:custGeom>
            <a:avLst/>
            <a:gdLst/>
            <a:ahLst/>
            <a:cxnLst/>
            <a:rect r="r" b="b" t="t" l="l"/>
            <a:pathLst>
              <a:path h="7160164" w="7607080">
                <a:moveTo>
                  <a:pt x="0" y="0"/>
                </a:moveTo>
                <a:lnTo>
                  <a:pt x="7607080" y="0"/>
                </a:lnTo>
                <a:lnTo>
                  <a:pt x="7607080" y="7160164"/>
                </a:lnTo>
                <a:lnTo>
                  <a:pt x="0" y="71601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16435" y="537528"/>
            <a:ext cx="80551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FLOWCHARTS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79440" y="1690394"/>
            <a:ext cx="19200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TOWER OF HANOI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08022" y="1824696"/>
            <a:ext cx="19200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TIC-TAC-TOE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08931" y="1028700"/>
            <a:ext cx="4876038" cy="8229600"/>
          </a:xfrm>
          <a:custGeom>
            <a:avLst/>
            <a:gdLst/>
            <a:ahLst/>
            <a:cxnLst/>
            <a:rect r="r" b="b" t="t" l="l"/>
            <a:pathLst>
              <a:path h="8229600" w="4876038">
                <a:moveTo>
                  <a:pt x="0" y="0"/>
                </a:moveTo>
                <a:lnTo>
                  <a:pt x="4876038" y="0"/>
                </a:lnTo>
                <a:lnTo>
                  <a:pt x="487603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6069" y="1317720"/>
            <a:ext cx="8786258" cy="7940580"/>
          </a:xfrm>
          <a:custGeom>
            <a:avLst/>
            <a:gdLst/>
            <a:ahLst/>
            <a:cxnLst/>
            <a:rect r="r" b="b" t="t" l="l"/>
            <a:pathLst>
              <a:path h="7940580" w="8786258">
                <a:moveTo>
                  <a:pt x="0" y="0"/>
                </a:moveTo>
                <a:lnTo>
                  <a:pt x="8786258" y="0"/>
                </a:lnTo>
                <a:lnTo>
                  <a:pt x="8786258" y="7940580"/>
                </a:lnTo>
                <a:lnTo>
                  <a:pt x="0" y="79405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31790" y="1125847"/>
            <a:ext cx="5237119" cy="336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b="true" sz="1933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MINESWEEPER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60373" y="1414342"/>
            <a:ext cx="878625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CALC GAME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3324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0" y="0"/>
                </a:moveTo>
                <a:lnTo>
                  <a:pt x="4381715" y="0"/>
                </a:lnTo>
                <a:lnTo>
                  <a:pt x="4381715" y="780742"/>
                </a:lnTo>
                <a:lnTo>
                  <a:pt x="0" y="78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459609" y="536978"/>
            <a:ext cx="4381715" cy="780742"/>
          </a:xfrm>
          <a:custGeom>
            <a:avLst/>
            <a:gdLst/>
            <a:ahLst/>
            <a:cxnLst/>
            <a:rect r="r" b="b" t="t" l="l"/>
            <a:pathLst>
              <a:path h="780742" w="4381715">
                <a:moveTo>
                  <a:pt x="4381715" y="0"/>
                </a:moveTo>
                <a:lnTo>
                  <a:pt x="0" y="0"/>
                </a:lnTo>
                <a:lnTo>
                  <a:pt x="0" y="780742"/>
                </a:lnTo>
                <a:lnTo>
                  <a:pt x="4381715" y="780742"/>
                </a:lnTo>
                <a:lnTo>
                  <a:pt x="43817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95987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7259226" y="5090210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1924761" y="0"/>
                </a:moveTo>
                <a:lnTo>
                  <a:pt x="0" y="0"/>
                </a:lnTo>
                <a:lnTo>
                  <a:pt x="0" y="671916"/>
                </a:lnTo>
                <a:lnTo>
                  <a:pt x="1924761" y="671916"/>
                </a:lnTo>
                <a:lnTo>
                  <a:pt x="192476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20296" y="927349"/>
            <a:ext cx="8647409" cy="8139373"/>
          </a:xfrm>
          <a:custGeom>
            <a:avLst/>
            <a:gdLst/>
            <a:ahLst/>
            <a:cxnLst/>
            <a:rect r="r" b="b" t="t" l="l"/>
            <a:pathLst>
              <a:path h="8139373" w="8647409">
                <a:moveTo>
                  <a:pt x="0" y="0"/>
                </a:moveTo>
                <a:lnTo>
                  <a:pt x="8647408" y="0"/>
                </a:lnTo>
                <a:lnTo>
                  <a:pt x="8647408" y="8139373"/>
                </a:lnTo>
                <a:lnTo>
                  <a:pt x="0" y="8139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05877" y="1135792"/>
            <a:ext cx="864740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SNAKE &amp; FRIUT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0530" y="1934508"/>
            <a:ext cx="5762864" cy="7475413"/>
          </a:xfrm>
          <a:custGeom>
            <a:avLst/>
            <a:gdLst/>
            <a:ahLst/>
            <a:cxnLst/>
            <a:rect r="r" b="b" t="t" l="l"/>
            <a:pathLst>
              <a:path h="7475413" w="5762864">
                <a:moveTo>
                  <a:pt x="0" y="0"/>
                </a:moveTo>
                <a:lnTo>
                  <a:pt x="5762864" y="0"/>
                </a:lnTo>
                <a:lnTo>
                  <a:pt x="5762864" y="7475413"/>
                </a:lnTo>
                <a:lnTo>
                  <a:pt x="0" y="747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2541" y="6047321"/>
            <a:ext cx="1345040" cy="3362600"/>
          </a:xfrm>
          <a:custGeom>
            <a:avLst/>
            <a:gdLst/>
            <a:ahLst/>
            <a:cxnLst/>
            <a:rect r="r" b="b" t="t" l="l"/>
            <a:pathLst>
              <a:path h="3362600" w="1345040">
                <a:moveTo>
                  <a:pt x="0" y="0"/>
                </a:moveTo>
                <a:lnTo>
                  <a:pt x="1345040" y="0"/>
                </a:lnTo>
                <a:lnTo>
                  <a:pt x="1345040" y="3362600"/>
                </a:lnTo>
                <a:lnTo>
                  <a:pt x="0" y="3362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1436" y="7587065"/>
            <a:ext cx="729142" cy="1822856"/>
          </a:xfrm>
          <a:custGeom>
            <a:avLst/>
            <a:gdLst/>
            <a:ahLst/>
            <a:cxnLst/>
            <a:rect r="r" b="b" t="t" l="l"/>
            <a:pathLst>
              <a:path h="1822856" w="729142">
                <a:moveTo>
                  <a:pt x="0" y="0"/>
                </a:moveTo>
                <a:lnTo>
                  <a:pt x="729143" y="0"/>
                </a:lnTo>
                <a:lnTo>
                  <a:pt x="729143" y="1822856"/>
                </a:lnTo>
                <a:lnTo>
                  <a:pt x="0" y="182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22714" y="3146788"/>
            <a:ext cx="677751" cy="67775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22714" y="4243639"/>
            <a:ext cx="677751" cy="67775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70769" y="1748581"/>
            <a:ext cx="80551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KEY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0072" y="3242601"/>
            <a:ext cx="6317590" cy="52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</a:pPr>
            <a:r>
              <a:rPr lang="en-US" sz="2704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Menu-driven interface</a:t>
            </a:r>
          </a:p>
          <a:p>
            <a:pPr algn="l">
              <a:lnSpc>
                <a:spcPts val="3786"/>
              </a:lnSpc>
            </a:pPr>
          </a:p>
          <a:p>
            <a:pPr algn="l">
              <a:lnSpc>
                <a:spcPts val="3786"/>
              </a:lnSpc>
            </a:pPr>
            <a:r>
              <a:rPr lang="en-US" sz="2704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Uses functions for modular design</a:t>
            </a:r>
          </a:p>
          <a:p>
            <a:pPr algn="l">
              <a:lnSpc>
                <a:spcPts val="3786"/>
              </a:lnSpc>
            </a:pPr>
          </a:p>
          <a:p>
            <a:pPr algn="l">
              <a:lnSpc>
                <a:spcPts val="3786"/>
              </a:lnSpc>
            </a:pPr>
            <a:r>
              <a:rPr lang="en-US" sz="2704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Interactive and user-friendly</a:t>
            </a:r>
          </a:p>
          <a:p>
            <a:pPr algn="l">
              <a:lnSpc>
                <a:spcPts val="3786"/>
              </a:lnSpc>
            </a:pPr>
          </a:p>
          <a:p>
            <a:pPr algn="l">
              <a:lnSpc>
                <a:spcPts val="3786"/>
              </a:lnSpc>
            </a:pPr>
            <a:r>
              <a:rPr lang="en-US" sz="2704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Uses arrays, loops, conditions, and strings</a:t>
            </a:r>
          </a:p>
          <a:p>
            <a:pPr algn="l">
              <a:lnSpc>
                <a:spcPts val="3786"/>
              </a:lnSpc>
            </a:pPr>
          </a:p>
          <a:p>
            <a:pPr algn="l">
              <a:lnSpc>
                <a:spcPts val="3786"/>
              </a:lnSpc>
              <a:spcBef>
                <a:spcPct val="0"/>
              </a:spcBef>
            </a:pPr>
            <a:r>
              <a:rPr lang="en-US" sz="2704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Easy to extend with more games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13534" y="3303736"/>
            <a:ext cx="49611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3534" y="4400587"/>
            <a:ext cx="49611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88753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6948915" y="4008751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422714" y="5442397"/>
            <a:ext cx="677751" cy="67775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61D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422714" y="6634497"/>
            <a:ext cx="677751" cy="67775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513534" y="5599344"/>
            <a:ext cx="49611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13534" y="6791445"/>
            <a:ext cx="49611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422714" y="7921848"/>
            <a:ext cx="677751" cy="677751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513534" y="8078795"/>
            <a:ext cx="49611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966072" y="3752757"/>
            <a:ext cx="2234633" cy="5586581"/>
          </a:xfrm>
          <a:custGeom>
            <a:avLst/>
            <a:gdLst/>
            <a:ahLst/>
            <a:cxnLst/>
            <a:rect r="r" b="b" t="t" l="l"/>
            <a:pathLst>
              <a:path h="5586581" w="2234633">
                <a:moveTo>
                  <a:pt x="2234632" y="0"/>
                </a:moveTo>
                <a:lnTo>
                  <a:pt x="0" y="0"/>
                </a:lnTo>
                <a:lnTo>
                  <a:pt x="0" y="5586582"/>
                </a:lnTo>
                <a:lnTo>
                  <a:pt x="2234632" y="5586582"/>
                </a:lnTo>
                <a:lnTo>
                  <a:pt x="22346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06586" y="2764396"/>
            <a:ext cx="677751" cy="6777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15766" y="6607398"/>
            <a:ext cx="677751" cy="67775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6586" y="3727897"/>
            <a:ext cx="677751" cy="67775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1D8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6586" y="4500897"/>
            <a:ext cx="677751" cy="67775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6B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95597" y="1283368"/>
            <a:ext cx="8596497" cy="10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7"/>
              </a:lnSpc>
              <a:spcBef>
                <a:spcPct val="0"/>
              </a:spcBef>
            </a:pPr>
            <a:r>
              <a:rPr lang="en-US" sz="586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59338" y="2726296"/>
            <a:ext cx="7618505" cy="577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66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Arcade Games project successfully implements C concepts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066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Enhances coding skills and logical thinking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066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Encourages collaborative development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066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Add more games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066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Store scores using file handling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  <a:spcBef>
                <a:spcPct val="0"/>
              </a:spcBef>
            </a:pPr>
            <a:r>
              <a:rPr lang="en-US" sz="2066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Improve interface and difficulty levels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7406" y="2921344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6586" y="6764346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97406" y="3884844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7406" y="4657845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03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577844" y="1726664"/>
            <a:ext cx="1044114" cy="1044114"/>
          </a:xfrm>
          <a:custGeom>
            <a:avLst/>
            <a:gdLst/>
            <a:ahLst/>
            <a:cxnLst/>
            <a:rect r="r" b="b" t="t" l="l"/>
            <a:pathLst>
              <a:path h="1044114" w="1044114">
                <a:moveTo>
                  <a:pt x="0" y="0"/>
                </a:moveTo>
                <a:lnTo>
                  <a:pt x="1044113" y="0"/>
                </a:lnTo>
                <a:lnTo>
                  <a:pt x="1044113" y="1044114"/>
                </a:lnTo>
                <a:lnTo>
                  <a:pt x="0" y="104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034804" y="1726664"/>
            <a:ext cx="1044114" cy="1044114"/>
          </a:xfrm>
          <a:custGeom>
            <a:avLst/>
            <a:gdLst/>
            <a:ahLst/>
            <a:cxnLst/>
            <a:rect r="r" b="b" t="t" l="l"/>
            <a:pathLst>
              <a:path h="1044114" w="1044114">
                <a:moveTo>
                  <a:pt x="0" y="0"/>
                </a:moveTo>
                <a:lnTo>
                  <a:pt x="1044114" y="0"/>
                </a:lnTo>
                <a:lnTo>
                  <a:pt x="1044114" y="1044114"/>
                </a:lnTo>
                <a:lnTo>
                  <a:pt x="0" y="104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491765" y="1726664"/>
            <a:ext cx="1044114" cy="1044114"/>
          </a:xfrm>
          <a:custGeom>
            <a:avLst/>
            <a:gdLst/>
            <a:ahLst/>
            <a:cxnLst/>
            <a:rect r="r" b="b" t="t" l="l"/>
            <a:pathLst>
              <a:path h="1044114" w="1044114">
                <a:moveTo>
                  <a:pt x="0" y="0"/>
                </a:moveTo>
                <a:lnTo>
                  <a:pt x="1044114" y="0"/>
                </a:lnTo>
                <a:lnTo>
                  <a:pt x="1044114" y="1044114"/>
                </a:lnTo>
                <a:lnTo>
                  <a:pt x="0" y="104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948726" y="1726664"/>
            <a:ext cx="1044114" cy="1044114"/>
          </a:xfrm>
          <a:custGeom>
            <a:avLst/>
            <a:gdLst/>
            <a:ahLst/>
            <a:cxnLst/>
            <a:rect r="r" b="b" t="t" l="l"/>
            <a:pathLst>
              <a:path h="1044114" w="1044114">
                <a:moveTo>
                  <a:pt x="0" y="0"/>
                </a:moveTo>
                <a:lnTo>
                  <a:pt x="1044113" y="0"/>
                </a:lnTo>
                <a:lnTo>
                  <a:pt x="1044113" y="1044114"/>
                </a:lnTo>
                <a:lnTo>
                  <a:pt x="0" y="104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405686" y="1726664"/>
            <a:ext cx="1044114" cy="1044114"/>
          </a:xfrm>
          <a:custGeom>
            <a:avLst/>
            <a:gdLst/>
            <a:ahLst/>
            <a:cxnLst/>
            <a:rect r="r" b="b" t="t" l="l"/>
            <a:pathLst>
              <a:path h="1044114" w="1044114">
                <a:moveTo>
                  <a:pt x="0" y="0"/>
                </a:moveTo>
                <a:lnTo>
                  <a:pt x="1044114" y="0"/>
                </a:lnTo>
                <a:lnTo>
                  <a:pt x="1044114" y="1044114"/>
                </a:lnTo>
                <a:lnTo>
                  <a:pt x="0" y="104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037183" y="563698"/>
            <a:ext cx="1742515" cy="310484"/>
          </a:xfrm>
          <a:custGeom>
            <a:avLst/>
            <a:gdLst/>
            <a:ahLst/>
            <a:cxnLst/>
            <a:rect r="r" b="b" t="t" l="l"/>
            <a:pathLst>
              <a:path h="310484" w="1742515">
                <a:moveTo>
                  <a:pt x="0" y="0"/>
                </a:moveTo>
                <a:lnTo>
                  <a:pt x="1742514" y="0"/>
                </a:lnTo>
                <a:lnTo>
                  <a:pt x="1742514" y="310484"/>
                </a:lnTo>
                <a:lnTo>
                  <a:pt x="0" y="31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108190" y="488388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779970" y="87418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015766" y="7380398"/>
            <a:ext cx="677751" cy="67775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1D8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106586" y="7537346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2015766" y="8141982"/>
            <a:ext cx="677751" cy="67775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106586" y="8298930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06586" y="5344144"/>
            <a:ext cx="10295620" cy="96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2"/>
              </a:lnSpc>
              <a:spcBef>
                <a:spcPct val="0"/>
              </a:spcBef>
            </a:pPr>
            <a:r>
              <a:rPr lang="en-US" sz="5644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&amp; FUTURE SCOPE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036478" y="1594306"/>
            <a:ext cx="7226442" cy="7870382"/>
          </a:xfrm>
          <a:custGeom>
            <a:avLst/>
            <a:gdLst/>
            <a:ahLst/>
            <a:cxnLst/>
            <a:rect r="r" b="b" t="t" l="l"/>
            <a:pathLst>
              <a:path h="7870382" w="7226442">
                <a:moveTo>
                  <a:pt x="7226442" y="0"/>
                </a:moveTo>
                <a:lnTo>
                  <a:pt x="0" y="0"/>
                </a:lnTo>
                <a:lnTo>
                  <a:pt x="0" y="7870382"/>
                </a:lnTo>
                <a:lnTo>
                  <a:pt x="7226442" y="7870382"/>
                </a:lnTo>
                <a:lnTo>
                  <a:pt x="72264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6283" y="7629245"/>
            <a:ext cx="977791" cy="1835443"/>
          </a:xfrm>
          <a:custGeom>
            <a:avLst/>
            <a:gdLst/>
            <a:ahLst/>
            <a:cxnLst/>
            <a:rect r="r" b="b" t="t" l="l"/>
            <a:pathLst>
              <a:path h="1835443" w="977791">
                <a:moveTo>
                  <a:pt x="0" y="0"/>
                </a:moveTo>
                <a:lnTo>
                  <a:pt x="977791" y="0"/>
                </a:lnTo>
                <a:lnTo>
                  <a:pt x="977791" y="1835443"/>
                </a:lnTo>
                <a:lnTo>
                  <a:pt x="0" y="18354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06628" y="7070552"/>
            <a:ext cx="1819543" cy="2394136"/>
          </a:xfrm>
          <a:custGeom>
            <a:avLst/>
            <a:gdLst/>
            <a:ahLst/>
            <a:cxnLst/>
            <a:rect r="r" b="b" t="t" l="l"/>
            <a:pathLst>
              <a:path h="2394136" w="1819543">
                <a:moveTo>
                  <a:pt x="0" y="0"/>
                </a:moveTo>
                <a:lnTo>
                  <a:pt x="1819544" y="0"/>
                </a:lnTo>
                <a:lnTo>
                  <a:pt x="1819544" y="2394136"/>
                </a:lnTo>
                <a:lnTo>
                  <a:pt x="0" y="2394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32019" y="2137288"/>
            <a:ext cx="805513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REFERENCE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0923" y="3929113"/>
            <a:ext cx="5097321" cy="47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Vs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10923" y="5116884"/>
            <a:ext cx="6576226" cy="95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Cousine"/>
                <a:ea typeface="Cousine"/>
                <a:cs typeface="Cousine"/>
                <a:sym typeface="Cousine"/>
              </a:rPr>
              <a:t>W3Schools &amp; GeeksforGeeks for C Concepts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17805" y="818270"/>
            <a:ext cx="2772796" cy="494062"/>
          </a:xfrm>
          <a:custGeom>
            <a:avLst/>
            <a:gdLst/>
            <a:ahLst/>
            <a:cxnLst/>
            <a:rect r="r" b="b" t="t" l="l"/>
            <a:pathLst>
              <a:path h="494062" w="2772796">
                <a:moveTo>
                  <a:pt x="0" y="0"/>
                </a:moveTo>
                <a:lnTo>
                  <a:pt x="2772796" y="0"/>
                </a:lnTo>
                <a:lnTo>
                  <a:pt x="2772796" y="494062"/>
                </a:lnTo>
                <a:lnTo>
                  <a:pt x="0" y="4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22379" y="692742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1" y="0"/>
                </a:lnTo>
                <a:lnTo>
                  <a:pt x="1924761" y="671916"/>
                </a:lnTo>
                <a:lnTo>
                  <a:pt x="0" y="6719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7832716" y="644363"/>
            <a:ext cx="1952021" cy="347815"/>
          </a:xfrm>
          <a:custGeom>
            <a:avLst/>
            <a:gdLst/>
            <a:ahLst/>
            <a:cxnLst/>
            <a:rect r="r" b="b" t="t" l="l"/>
            <a:pathLst>
              <a:path h="347815" w="1952021">
                <a:moveTo>
                  <a:pt x="1952021" y="0"/>
                </a:moveTo>
                <a:lnTo>
                  <a:pt x="0" y="0"/>
                </a:lnTo>
                <a:lnTo>
                  <a:pt x="0" y="347815"/>
                </a:lnTo>
                <a:lnTo>
                  <a:pt x="1952021" y="347815"/>
                </a:lnTo>
                <a:lnTo>
                  <a:pt x="19520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46060" y="4306614"/>
            <a:ext cx="862667" cy="301149"/>
          </a:xfrm>
          <a:custGeom>
            <a:avLst/>
            <a:gdLst/>
            <a:ahLst/>
            <a:cxnLst/>
            <a:rect r="r" b="b" t="t" l="l"/>
            <a:pathLst>
              <a:path h="301149" w="862667">
                <a:moveTo>
                  <a:pt x="0" y="0"/>
                </a:moveTo>
                <a:lnTo>
                  <a:pt x="862667" y="0"/>
                </a:lnTo>
                <a:lnTo>
                  <a:pt x="862667" y="301149"/>
                </a:lnTo>
                <a:lnTo>
                  <a:pt x="0" y="3011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52524" y="6279573"/>
            <a:ext cx="862667" cy="301149"/>
          </a:xfrm>
          <a:custGeom>
            <a:avLst/>
            <a:gdLst/>
            <a:ahLst/>
            <a:cxnLst/>
            <a:rect r="r" b="b" t="t" l="l"/>
            <a:pathLst>
              <a:path h="301149" w="862667">
                <a:moveTo>
                  <a:pt x="0" y="0"/>
                </a:moveTo>
                <a:lnTo>
                  <a:pt x="862667" y="0"/>
                </a:lnTo>
                <a:lnTo>
                  <a:pt x="862667" y="301149"/>
                </a:lnTo>
                <a:lnTo>
                  <a:pt x="0" y="3011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16116" y="3862115"/>
            <a:ext cx="677751" cy="67775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106936" y="4019062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984184" y="5019763"/>
            <a:ext cx="677751" cy="67775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72167" y="5214811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Cousine Bold"/>
                <a:ea typeface="Cousine Bold"/>
                <a:cs typeface="Cousine Bold"/>
                <a:sym typeface="Cousine Bold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0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3945" y="6887762"/>
            <a:ext cx="2012410" cy="2610438"/>
          </a:xfrm>
          <a:custGeom>
            <a:avLst/>
            <a:gdLst/>
            <a:ahLst/>
            <a:cxnLst/>
            <a:rect r="r" b="b" t="t" l="l"/>
            <a:pathLst>
              <a:path h="2610438" w="2012410">
                <a:moveTo>
                  <a:pt x="0" y="0"/>
                </a:moveTo>
                <a:lnTo>
                  <a:pt x="2012410" y="0"/>
                </a:lnTo>
                <a:lnTo>
                  <a:pt x="2012410" y="2610438"/>
                </a:lnTo>
                <a:lnTo>
                  <a:pt x="0" y="2610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41645" y="6887762"/>
            <a:ext cx="2012410" cy="2610438"/>
          </a:xfrm>
          <a:custGeom>
            <a:avLst/>
            <a:gdLst/>
            <a:ahLst/>
            <a:cxnLst/>
            <a:rect r="r" b="b" t="t" l="l"/>
            <a:pathLst>
              <a:path h="2610438" w="2012410">
                <a:moveTo>
                  <a:pt x="2012410" y="0"/>
                </a:moveTo>
                <a:lnTo>
                  <a:pt x="0" y="0"/>
                </a:lnTo>
                <a:lnTo>
                  <a:pt x="0" y="2610438"/>
                </a:lnTo>
                <a:lnTo>
                  <a:pt x="2012410" y="2610438"/>
                </a:lnTo>
                <a:lnTo>
                  <a:pt x="20124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67125" y="2218667"/>
            <a:ext cx="10953750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5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570600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0" y="0"/>
                </a:moveTo>
                <a:lnTo>
                  <a:pt x="1863345" y="0"/>
                </a:lnTo>
                <a:lnTo>
                  <a:pt x="1863345" y="863915"/>
                </a:lnTo>
                <a:lnTo>
                  <a:pt x="0" y="86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2854055" y="8634285"/>
            <a:ext cx="1863345" cy="863914"/>
          </a:xfrm>
          <a:custGeom>
            <a:avLst/>
            <a:gdLst/>
            <a:ahLst/>
            <a:cxnLst/>
            <a:rect r="r" b="b" t="t" l="l"/>
            <a:pathLst>
              <a:path h="863914" w="1863345">
                <a:moveTo>
                  <a:pt x="1863345" y="0"/>
                </a:moveTo>
                <a:lnTo>
                  <a:pt x="0" y="0"/>
                </a:lnTo>
                <a:lnTo>
                  <a:pt x="0" y="863915"/>
                </a:lnTo>
                <a:lnTo>
                  <a:pt x="1863345" y="863915"/>
                </a:lnTo>
                <a:lnTo>
                  <a:pt x="18633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83697" y="7077534"/>
            <a:ext cx="7315200" cy="2420666"/>
          </a:xfrm>
          <a:custGeom>
            <a:avLst/>
            <a:gdLst/>
            <a:ahLst/>
            <a:cxnLst/>
            <a:rect r="r" b="b" t="t" l="l"/>
            <a:pathLst>
              <a:path h="2420666" w="7315200">
                <a:moveTo>
                  <a:pt x="0" y="0"/>
                </a:moveTo>
                <a:lnTo>
                  <a:pt x="7315200" y="0"/>
                </a:lnTo>
                <a:lnTo>
                  <a:pt x="7315200" y="2420666"/>
                </a:lnTo>
                <a:lnTo>
                  <a:pt x="0" y="2420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8097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8640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82550" y="92583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0907" y="4760149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899307" y="4760149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190212" y="764718"/>
            <a:ext cx="4669492" cy="832019"/>
          </a:xfrm>
          <a:custGeom>
            <a:avLst/>
            <a:gdLst/>
            <a:ahLst/>
            <a:cxnLst/>
            <a:rect r="r" b="b" t="t" l="l"/>
            <a:pathLst>
              <a:path h="832019" w="4669492">
                <a:moveTo>
                  <a:pt x="0" y="0"/>
                </a:moveTo>
                <a:lnTo>
                  <a:pt x="4669491" y="0"/>
                </a:lnTo>
                <a:lnTo>
                  <a:pt x="4669491" y="832018"/>
                </a:lnTo>
                <a:lnTo>
                  <a:pt x="0" y="8320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4808721" y="764718"/>
            <a:ext cx="4669492" cy="832019"/>
          </a:xfrm>
          <a:custGeom>
            <a:avLst/>
            <a:gdLst/>
            <a:ahLst/>
            <a:cxnLst/>
            <a:rect r="r" b="b" t="t" l="l"/>
            <a:pathLst>
              <a:path h="832019" w="4669492">
                <a:moveTo>
                  <a:pt x="4669491" y="0"/>
                </a:moveTo>
                <a:lnTo>
                  <a:pt x="0" y="0"/>
                </a:lnTo>
                <a:lnTo>
                  <a:pt x="0" y="832018"/>
                </a:lnTo>
                <a:lnTo>
                  <a:pt x="4669491" y="832018"/>
                </a:lnTo>
                <a:lnTo>
                  <a:pt x="466949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653333" y="4988749"/>
            <a:ext cx="1126068" cy="1126068"/>
          </a:xfrm>
          <a:custGeom>
            <a:avLst/>
            <a:gdLst/>
            <a:ahLst/>
            <a:cxnLst/>
            <a:rect r="r" b="b" t="t" l="l"/>
            <a:pathLst>
              <a:path h="1126068" w="1126068">
                <a:moveTo>
                  <a:pt x="0" y="0"/>
                </a:moveTo>
                <a:lnTo>
                  <a:pt x="1126068" y="0"/>
                </a:lnTo>
                <a:lnTo>
                  <a:pt x="1126068" y="1126068"/>
                </a:lnTo>
                <a:lnTo>
                  <a:pt x="0" y="11260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2508599" y="4988749"/>
            <a:ext cx="1126068" cy="1126068"/>
          </a:xfrm>
          <a:custGeom>
            <a:avLst/>
            <a:gdLst/>
            <a:ahLst/>
            <a:cxnLst/>
            <a:rect r="r" b="b" t="t" l="l"/>
            <a:pathLst>
              <a:path h="1126068" w="1126068">
                <a:moveTo>
                  <a:pt x="1126068" y="0"/>
                </a:moveTo>
                <a:lnTo>
                  <a:pt x="0" y="0"/>
                </a:lnTo>
                <a:lnTo>
                  <a:pt x="0" y="1126068"/>
                </a:lnTo>
                <a:lnTo>
                  <a:pt x="1126068" y="1126068"/>
                </a:lnTo>
                <a:lnTo>
                  <a:pt x="112606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537754" y="1012647"/>
            <a:ext cx="3212493" cy="584090"/>
          </a:xfrm>
          <a:custGeom>
            <a:avLst/>
            <a:gdLst/>
            <a:ahLst/>
            <a:cxnLst/>
            <a:rect r="r" b="b" t="t" l="l"/>
            <a:pathLst>
              <a:path h="584090" w="3212493">
                <a:moveTo>
                  <a:pt x="0" y="0"/>
                </a:moveTo>
                <a:lnTo>
                  <a:pt x="3212492" y="0"/>
                </a:lnTo>
                <a:lnTo>
                  <a:pt x="3212492" y="584089"/>
                </a:lnTo>
                <a:lnTo>
                  <a:pt x="0" y="5840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DAHApo7hj68</dc:identifier>
  <dcterms:modified xsi:type="dcterms:W3CDTF">2011-08-01T06:04:30Z</dcterms:modified>
  <cp:revision>1</cp:revision>
  <dc:title>ARCADE game</dc:title>
</cp:coreProperties>
</file>